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8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PPT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副标题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标题</a:t>
            </a:r>
            <a:endParaRPr lang="zh-CN" altLang="en-US"/>
          </a:p>
        </p:txBody>
      </p:sp>
      <p:pic>
        <p:nvPicPr>
          <p:cNvPr id="4" name="内容占位符 3" descr="image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30445" y="2650490"/>
            <a:ext cx="2524125" cy="24384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</Words>
  <Application>WPS 演示</Application>
  <PresentationFormat>宽屏</PresentationFormat>
  <Paragraphs>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赵宝乐</cp:lastModifiedBy>
  <cp:revision>157</cp:revision>
  <dcterms:created xsi:type="dcterms:W3CDTF">2019-06-19T02:08:00Z</dcterms:created>
  <dcterms:modified xsi:type="dcterms:W3CDTF">2026-02-04T05:35:44Z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B0443F6840EC4DC2A828747AFDEDB0CB_11</vt:lpwstr>
  </property>
</Properties>
</file>